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School Management System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0" y="2286000"/>
            <a:ext cx="27432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Projektarbeit – Testdokumentation &amp; Setup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Vorgelegt von: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Aldin Memic &amp; Ljundrim Ganiji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System-Architektur &amp; Tech-Stack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7680960" cy="1828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Frontend-Architektur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Angular 17 SPA (sakai-ng Dashboard-Template)
</a:t>
            </a:r>
            <a:pPr indent="0" marL="0">
              <a:lnSpc>
                <a:spcPts val="15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PrimeNG 17 &amp; PrimeFlex UI-Komponenten
</a:t>
            </a:r>
            <a:pPr indent="0" marL="0">
              <a:lnSpc>
                <a:spcPts val="15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RxJS für reaktive Datenströme &amp; HTTP-Requests
</a:t>
            </a:r>
            <a:pPr indent="0" marL="0">
              <a:lnSpc>
                <a:spcPts val="15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Jest für performante Unit- &amp; Integrationstests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Playwright für automatisierte E2E-Browsertests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&amp; Datenbank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ASP.NET Core 8.0 Web-API (REST-Schnittstellen)
</a:t>
            </a:r>
            <a:pPr indent="0" marL="0">
              <a:lnSpc>
                <a:spcPts val="15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Entity Framework Core 6.0 mit SQL Server
</a:t>
            </a:r>
            <a:pPr indent="0" marL="0">
              <a:lnSpc>
                <a:spcPts val="15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SignalR für Echtzeit-Kommunikation &amp; Notifikationen
</a:t>
            </a:r>
            <a:pPr indent="0" marL="0">
              <a:lnSpc>
                <a:spcPts val="15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AutoMapper für sauberes DTO-Objektmapping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Repository-Muster (Unit of Work) zur Kapselung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Testpyramide &amp; Aufgabenverteilung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7680960" cy="1828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18872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Tests (10 Gesamt / 5 pro Person)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146304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Isolation &amp; Test der Angular Services mit Jest-Mocks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Mocken aller HTTP-Verbindungen per MockProvider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18872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 Tests (6 Gesamt / 3 pro Person)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Testen der UI-Komponenten (DOM-Interaktionen) in Jest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Verwendung isolierter Mock-Services anstelle echter APIs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651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/ E2E Tests (4 Gesamt / 2 pro Person)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2926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Playwright-Benutzerszenarien in echten Webbrowsern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API-Requests werden über page.route() mit Mocks simuliert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0" y="256032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2651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Lasttests (2 Gesamt / 1 pro Person)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92040" y="2926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Lokale Performance- und Spike-Messungen mit k6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Validierung der Durchsatzgrenzen und API-Thresholds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Jeder Entwickler deckt genau 11 Tests ab (Gesamtzahl: 22 Tests)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Modernisiertes Test-Setup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7680960" cy="1828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244144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28016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Jest Migration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645920"/>
            <a:ext cx="2167128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Karma/Jasmine vollständig aus Angular entfernt.
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Testläufe nativ in Node.js unter Verwendung eines schnellen jsdom (virtuelles DOM).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Signifikante Reduktion der lokalen CI-Ausführungszeit.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55848" y="1097280"/>
            <a:ext cx="2432304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93008" y="1280160"/>
            <a:ext cx="2157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Playwright E2E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93008" y="1645920"/>
            <a:ext cx="2157984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Führt E2E-Tests in echten Browsern (Chromium/Firefox/Webkit) aus.
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Auto-waiting verringert instabile Testläufe ("Flakiness").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Vollständig isolierte Kontexte pro Browserinstanz.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71032" y="1097280"/>
            <a:ext cx="244144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08192" y="128016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k6 Lasttests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08192" y="1645920"/>
            <a:ext cx="2167128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Lastprofile in modernem ES6 JavaScript formulierbar.
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Minimale CPU- und RAM-Last dank effizienter Go-Engine.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Schnelle Konfiguration von Metrik-Schwellwerten (Thresholds).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Test-Isolation &amp; CI/CD Pipeline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7680960" cy="1828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Kapselung &amp; Mocking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Angular HttpClient-Mocks per HttpClientTestingModule fangen Netzwerkaufrufe ab.
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NO_ERRORS_SCHEMA blendet unbekannte UI-Tags aus und erlaubt fokussierte Tests.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Playwright fängt API-Aufrufe mit page.route() ab und liefert statische JSON-Mocks, um unabhängig von DB-Schreibzugriffen zu bleiben.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CI Pipeline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Automatische Ausführung der Unit-, Integrations- und Playwright-Tests bei Push &amp; PR.
</a:t>
            </a:r>
            <a:pPr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Playwright-webServer startet den Angular-Server automatisch im Hintergrund und beendet ihn nach Testende.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Fehlerhafte Tests blockieren den Merge-Vorgang und sichern eine robuste Codebasis.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Last- &amp; Spike-Tests (k6 Analysis)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7680960" cy="1828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Courses Load Test (Aldin Memic)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Endpoint: GET /api/course/getAll
</a:t>
            </a:r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Profil: Linearer Anstieg auf 50 VUs (10s), danach 15s Haltephase unter Volllast, gefolgt von 5s Cool-down.
</a:t>
            </a:r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Metrik (p95): Reaktionsgeschwindigkeit konstant bei ca. 120 ms (Threshold lag bei &lt; 500 ms).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Fehlerrate: 0,00% (Alle Anfragen bestanden).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6576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280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Exam Spike Test (Ljundrim Ganiji)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Endpoint: POST /api/exam/submitAnswers
</a:t>
            </a:r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Profil: Rapider Anstieg von 20 auf 200 VUs innerhalb von 5s, gefolgt von 15s dauerhafter Lastspitze.
</a:t>
            </a:r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Metrik (p95): Antwortzeit stieg kurz auf maximal 780 ms an, sank aber schnell auf ca. 150 ms.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Fehlerrate: 0,00% (Kein Verbindungsabbruch).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Fazit &amp; Projektergebnis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200400" y="1280160"/>
            <a:ext cx="2743200" cy="274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645920"/>
            <a:ext cx="6400800" cy="2926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1645920" y="1828800"/>
            <a:ext cx="5852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Erfolgreiche Jest-Migration (Karma komplett abgelöst)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Hohe Absicherung: 22 Tests insgesamt (genau 11 pro Person)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Stabile Playwright E2E-Tests durch API-Netzwerk-Mocking im CI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Performance-Nachweis: k6 Lasttests belegen Stabilität der API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Vollautomatische Validierung über GitHub Actions Build-Pipeline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2026-06-23T20:59:59Z</dcterms:created>
  <dcterms:modified xsi:type="dcterms:W3CDTF">2026-06-23T20:59:59Z</dcterms:modified>
</cp:coreProperties>
</file>