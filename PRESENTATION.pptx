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86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Management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Projektarbeit – Testdokumentation &amp; Setup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Vorgelegt von: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Aldin Memic &amp; Ljundrim Ganiji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System-Architektur &amp; Tech-Stack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Frontend-Architektur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Angular 17 SPA (sakai-ng Dashboard-Template)
• PrimeNG 17 &amp; PrimeFlex UI-Komponenten
• RxJS für reaktive Datenströme &amp; HTTP-Requests
• Jest für performante Unit- &amp; Integrationstests
• Playwright für automatisierte E2E-Browsertests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Datenbank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64278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ASP.NET Core 8.0 Web-API (REST-Schnittstellen)
• Entity Framework Core 6.0 mit SQL Server
• SignalR für Echtzeit-Kommunikation &amp; Notifikationen
• AutoMapper für </a:t>
            </a:r>
            <a:r>
              <a:rPr lang="en-US" sz="105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sauberes</a:t>
            </a: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DTO-</a:t>
            </a:r>
            <a:r>
              <a:rPr lang="en-US" sz="105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Objektmapping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Testpyramide &amp; Aufgabenverteilung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 (10 Gesamt / 5 pro Person)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Isolation &amp; Test der Angular Services mit Jest-Mocks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Mocken aller HTTP-Verbindungen per MockProvider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Tests (6 Gesamt / 3 pro Person)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Testen der UI-Komponenten (DOM-Interaktionen) in Jest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Verwendung isolierter Mock-Services anstelle echter APIs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6868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/ E2E Tests (4 Gesamt / 2 pro Person)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2926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Playwright-Benutzerszenarien in echten Webbrowsern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API-Requests werden über page.route() mit Mocks simuliert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89204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Lasttests (2 Gesamt / 1 pro Person)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Lokale Performance- und Spike-Messungen mit k6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Validierung der Durchsatzgrenzen und API-Thresholds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Jeder Entwickler deckt genau 11 Tests ab (Gesamtzahl: 22 Tests)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Modernisiertes Test-Setup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44144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Jest Migration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21671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Karma/Jasmine vollständig aus Angular entfernt.
• Testläufe nativ in Node.js unter Verwendung eines schnellen jsdom (virtuelles DOM).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55848" y="1097280"/>
            <a:ext cx="243230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493008" y="128016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Playwright E2E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338943"/>
            <a:ext cx="2157984" cy="3050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Führt E2E-Tests in echten Browsern (Chromium/Firefox/</a:t>
            </a:r>
            <a:r>
              <a:rPr lang="en-US" sz="95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Webkit</a:t>
            </a: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</a:t>
            </a:r>
            <a:r>
              <a:rPr lang="en-US" sz="95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aus.</a:t>
            </a: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• Vollständig isolierte Kontexte pro Browserinstanz.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71032" y="1097280"/>
            <a:ext cx="244144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108192" y="128016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k6 Lasttests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08192" y="1280160"/>
            <a:ext cx="216712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Lastprofile in modernem ES6 JavaScript </a:t>
            </a:r>
            <a:r>
              <a:rPr lang="en-US" sz="95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formulierbar</a:t>
            </a: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
• Schnelle Konfiguration von Metrik-Schwellwerten (Thresholds).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Test-Isolation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Kapselung &amp; Mocking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5656217" cy="2834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Angular HttpClient-Mocks per HttpClientTestingModule fangen Netzwerkaufrufe ab.
• Playwright fängt API-Aufrufe mit page.route() ab und liefert statische JSON-Mocks, um unabhängig von DB-Schreibzugriffen zu </a:t>
            </a:r>
            <a:r>
              <a:rPr lang="en-US" sz="95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bleiben</a:t>
            </a: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>
              <a:lnSpc>
                <a:spcPts val="1400"/>
              </a:lnSpc>
              <a:spcAft>
                <a:spcPts val="800"/>
              </a:spcAft>
            </a:pPr>
            <a:r>
              <a:rPr lang="de-DE" sz="950" dirty="0">
                <a:latin typeface="Segoe UI" panose="020B0502040204020203" pitchFamily="34" charset="0"/>
                <a:cs typeface="Segoe UI" panose="020B0502040204020203" pitchFamily="34" charset="0"/>
              </a:rPr>
              <a:t>• Jest-Spies &amp; Mock-Services simulieren Routing und Business-</a:t>
            </a:r>
            <a:r>
              <a:rPr lang="de-DE" sz="950" dirty="0" err="1">
                <a:latin typeface="Segoe UI" panose="020B0502040204020203" pitchFamily="34" charset="0"/>
                <a:cs typeface="Segoe UI" panose="020B0502040204020203" pitchFamily="34" charset="0"/>
              </a:rPr>
              <a:t>Logic</a:t>
            </a:r>
            <a:r>
              <a:rPr lang="de-DE" sz="950" dirty="0">
                <a:latin typeface="Segoe UI" panose="020B0502040204020203" pitchFamily="34" charset="0"/>
                <a:cs typeface="Segoe UI" panose="020B0502040204020203" pitchFamily="34" charset="0"/>
              </a:rPr>
              <a:t> in Komponententests.</a:t>
            </a:r>
          </a:p>
          <a:p>
            <a:pPr>
              <a:lnSpc>
                <a:spcPts val="1400"/>
              </a:lnSpc>
              <a:spcAft>
                <a:spcPts val="800"/>
              </a:spcAft>
            </a:pPr>
            <a:r>
              <a:rPr lang="de-DE" sz="950" dirty="0">
                <a:latin typeface="Segoe UI" panose="020B0502040204020203" pitchFamily="34" charset="0"/>
                <a:cs typeface="Segoe UI" panose="020B0502040204020203" pitchFamily="34" charset="0"/>
              </a:rPr>
              <a:t>• Mock-Services isolieren Komponenten von API- und Routing-Abhängigkeiten.</a:t>
            </a:r>
            <a:endParaRPr lang="en-US" sz="95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00"/>
              </a:lnSpc>
              <a:spcAft>
                <a:spcPts val="800"/>
              </a:spcAft>
            </a:pPr>
            <a:endParaRPr lang="de-DE" sz="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Last- &amp; Spike-Tests (k6 Analysis)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Courses Load Test (Aldin Memic)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Endpoint: GET /api/course/getAll
• Profil: Linearer Anstieg auf 50 VUs (10s), danach 15s Haltephase unter Volllast, gefolgt von 5s Cool-down.
• Metrik (p95): Reaktionsgeschwindigkeit konstant bei ca. 120 ms (Threshold lag bei &lt; 500 ms).
• Fehlerrate: 0,00% (Alle Anfragen bestanden).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Exam Spike Test (Ljundrim Ganiji)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Endpoint: POST /api/exam/submitAnswers
• Profil: Rapider Anstieg von 20 auf 200 VUs innerhalb von 5s, gefolgt von 15s dauerhafter Lastspitze.
• Metrik (p95): Antwortzeit stieg kurz auf maximal 780 ms an, sank aber schnell auf ca. 150 ms.
• </a:t>
            </a:r>
            <a:r>
              <a:rPr lang="en-US" sz="95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Fehlerrate</a:t>
            </a: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0,00% (Kein Verbindungsabbruch).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Fazit &amp; Projektergebnis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128016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2926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5852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Erfolgreiche Jest-Migration (Karma komplett abgelöst)
✓ Hohe Absicherung: 22 Tests insgesamt (genau 11 pro Person)
✓ Stabile Playwright E2E-Tests durch API-Netzwerk-Mocking im CI
✓ Performance-Nachweis: k6 Lasttests belegen Stabilität der API
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Bildschirmpräsentation (16:9)</PresentationFormat>
  <Paragraphs>49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18</cp:revision>
  <dcterms:created xsi:type="dcterms:W3CDTF">2026-06-23T20:59:59Z</dcterms:created>
  <dcterms:modified xsi:type="dcterms:W3CDTF">2026-06-24T21:23:44Z</dcterms:modified>
</cp:coreProperties>
</file>