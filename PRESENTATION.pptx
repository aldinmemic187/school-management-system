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Management System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Test-Setup &amp; Qualitätssicherungs-Konzept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Projektpräsentation | 25.06.2026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Erstellt von: Aldin Memic &amp; Ljundrim Ganiji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Webanwendung &amp; Testpyramide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</a:rPr>
              <a:t>Das System: School Management System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Frontend: Angular 17 SPA mit PrimeNG Components.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Backend: ASP.NET Core v8.0 Web-API.
</a:t>
            </a:r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</a:rPr>
              <a:t>Soll-Mengengerüst (11 Tests pro Person | 22 Gesamt)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10 Unit Tests (5 pro Person): Einzeltest von Services in Jest.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6 Integration Tests (3 pro Person): Komponententests mit Mock-Services in Jest.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4 System/E2E Tests (2 pro Person): End-to-End Flows in Playwright.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2 Load Tests (1 pro Person): API-Lasttests in k6.
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&amp; Integration Testing mit JEST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</a:rPr>
              <a:t>Entfernung von Karma / Jasmine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Karma benötigt echte Browser-Instanzen (langsam, instabil im CI/CD).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Jasmine wurde durch Jest ersetzt, um modernste Assertion-Features zu nutzen.
</a:t>
            </a:r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</a:rPr>
              <a:t>Migration auf Jest &amp; jsdom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Tests laufen direkt in Node.js unter Verwendung einer virtuellen DOM-Umgebung (jsdom).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Ergebnis: Extrem schnelle Testausführungszeiten (&lt; 11 Sekunden für alle 16 Tests).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Verwendung von TestBed.overrideComponent, um lokale PrimeNG-Elemente &amp; MessageService sauber zu mocken.
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&amp; E2E Testing mit Playwright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</a:rPr>
              <a:t>Warum Playwright?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Auto-Waiting: Reduziert "flaky" Tests, da automatisch auf UI-Elemente gewartet wird.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Volle Isolation: Jeder Test startet mit einem frischen Browser-Kontext.
</a:t>
            </a:r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</a:rPr>
              <a:t>API Route Interception (Test Isolation)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Keine Abhängigkeit von einer aktiven Testdatenbank im E2E-Lauf.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Alle API-Calls (z.B. Login, load/insert teachers) werden über page.route() gemockt.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Testbare Flows: Login-Flow, Teacher-Grid-Darstellung, Dialog-Interaktion, Login-Fehlerbehandlung.
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Lasttests &amp; Peak-Analyse mit k6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</a:rPr>
              <a:t>1. Courses Load Test (Aldin Memic)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Ziel: Ladekapazität des Kurse-getAll-Endpunkts bei 50 parallelen Nutzern (VUs) messen.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Ergebnis: Antwortzeit p95 konstant bei ca. 120 ms (Ziel: &lt; 500 ms). Fehlerrate: 0%.
</a:t>
            </a:r>
            <a:pPr indent="0" marL="0">
              <a:buNone/>
            </a:pPr>
            <a:r>
              <a:rPr lang="en-US" sz="2000" b="1" dirty="0">
                <a:solidFill>
                  <a:srgbClr val="F97316"/>
                </a:solidFill>
              </a:rPr>
              <a:t>2. Exam Spike Test (Ljundrim Ganiji)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Ziel: Simulation eines plötzlichen Ansturms (Spike) auf submitAnswers mit 200 parallelen VUs.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Ergebnis: Peak-Antwortzeit p95 stieg kurzzeitig auf 780 ms, sank aber sofort wieder. Fehlerrate: 0%.
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 für Ihre Aufmerksamkeit!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&amp; Diskussion zum Testsetup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Lokale Testausführung läuft vollständig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Alle 22 Tests erfolgreich implementiert und dokumentiert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2026-06-22T16:11:47Z</dcterms:created>
  <dcterms:modified xsi:type="dcterms:W3CDTF">2026-06-22T16:11:47Z</dcterms:modified>
</cp:coreProperties>
</file>